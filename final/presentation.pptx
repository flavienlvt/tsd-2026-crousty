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Slides 1 to 4 (approximately 3 min 30)
Hello everyone. I'm [name] and I represent Team Crousty. Today we will present our software testing project carried out as part of the TSD 2026 course. The application we tested is called Demo Web Shop — a single-page online shop that we put through a comprehensive test suite, from manual test cases all the way to UI and REST API automation. The presentation is structured in three parts: first the project context and manual tests, then the automation tools, and finally the results summary and lessons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Web Shop is a single-page e-commerce application built with Node.js and json-server. It offers the standard features of an online store: email and password authentication, keyword product search, a shopping cart with success notifications, and a complete checkout flow. The application runs locally on port 3001 with hash-based routing. This deliberate choice guarantees full offline availability and eliminates any network dependency during automated test execution. The fact that the backend is a simple JSON file managed by json-server also allowed us to test the REST API directly with Postman, independently of the browser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test strategy follows a layered approach. At the base, ten manual test cases define the complete functional coverage of the application. These scenarios are then automated using three complementary tools: Selenium WebDriver in Java for high-value UI regression tests, Robot Framework in Python for a keyword-driven syntax accessible to non-developers, and Postman to validate the REST API layer without going through the browser. In parallel, JUnit 5 was used for a standalone unit testing exercise on a Rating class. Our automation criteria are based on three conditions: the flow must be stable, the assertion must be clear, and the regression value must be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manual test suite covers positive, negative, boundary, and full-flow
scenarios. Nine tests pass, and the only failing case is TC-008, which checks
that the cart rejects zero or negative quantity values. This result is important
because it shows that the application still lacks a validation rule for a very
small but meaningful boundary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Slides 5 to 8 (approximately 3 min 30)
BUG-001 is the main defect identified during boundary testing. The scenario is straightforward: the user enters quantity zero on a product page and clicks Add to cart. The application displays a green success toast — exactly as if the addition had worked — but the cart counter stays at zero. This silent behavior is particularly problematic: the user believes they added an item, navigates to the cart, and finds nothing. The expected fix is an explicit validation error stating the quantity must be greater than zero. Without boundary test TC-008, this defect would have gone completely unnoticed, since the nominal flow alone is not enough to trigger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Selenium WebDriver 4.18.1 and JUnit 5 in Java, we automated the three test cases with the highest regression value. TC-001 checks valid login by verifying the user's email appears in the header. TC-002 verifies search by ensuring results are displayed for the keyword Laptop. TC-003 validates adding to cart by waiting for the confirmation toast and the increment of the cart badge. All tests pass in BUILD SUCCESS in under 16 seconds. Key decisions: Selenium Manager 4 handles ChromeDriver automatically with no manual installation, WebDriverWait replaces all sleep() calls to handle async interactions, and localStorage.clear() in @BeforeEach guarantees test isolation.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Robot Framework offers a complementary approach to Selenium through keyword-driven syntax. Rather than writing imperative code, tests are described in near-natural language: Open Demo Web Shop, Navigate To Login Page, Fill Login Form, Verify User Is Logged In. This readability is valuable because tests can be understood by all team members, developers and non-developers alike. We covered TC-001 as a positive scenario and TC-004 — the incorrect-password login — as a negative one. Both tests pass in under 7 seconds. The keyword-driven approach also simplifies maintenance: a CSS selector change only needs to happen once inside the keyword, and every test using it benefits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API testing, Postman validates the HTTP layer directly, without going through the browser. Our collection contains 5 requests in two folders. On the Products side: list all products, retrieve a product by ID with schema validation, search by keyword using json-server's name_like filter, and verify that a non-existing ID returns 404. On the Cart side: create an item via POST and verify the response contains the auto-generated id, the productId, and the expected quantity with status 201. In total, 17 assertions cover HTTP status codes, JSON structure, and data validity. All 5 tests pass.
For the API part, we prepared Postman tests for the json-server endpoints that
are available in the application: products, keyword search, cart, and users.
These requests will let us validate response codes, response structure, and data
integrity independently of the UI. The deck shows the planned coverage now, and
the final API results will be added when Lab 6 is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Slides 9 to 11 (approximately 3 min 20)
In summary, here are the project numbers. Manual phase: 10 tests, 8 pass, 1 defect found. Automated UI layer: 5 tests pass — 3 Selenium and 2 Robot Framework — with zero failures. API layer: all 5 Postman requests pass with 17 assertions validated. In total, 10 automated tests are reproducible and executable without human intervention. One defect remains open, BUG-001, of medium severity. Additionally, the JUnit exercise from Lab 2 achieves 100% line coverage, although it is a standalone exercise independent of the Demo Web Shop project. The coverage chart on this slide illustrates the strength of that unit test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important lessons emerged from this project. First: explicit waits are non-negotiable in single-page applications — any asynchronous fetch call breaks fixed sleep() calls and produces flaky tests. Second: test isolation must be enforced from the start — without localStorage.clear(), the persistent session from TC-003 contaminated TC-001 on successive runs. Third: Robot Framework does not replace Selenium but complements it — each tool has its natural audience. Fourth: the Maven Wrapper eliminates setup issues across team environments by downloading Maven automatically. Final point: BUG-001 reminds us that silent failures are more dangerous than visible crashes, and that only boundary tests can detect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project took us through the entire software testing lifecycle: from manual test design to multi-layer UI automation and API testing. The Demo Web Shop proved an ideal environment — realistic enough to expose genuine technical challenges such as async DOM handling, SPA routing, and state management, yet fully controllable. The combination of four tools — JUnit, Selenium, Robot Framework, Postman — illustrates that there is no universal testing tool: each layer of the application deserves its own tool suited to its level of abstraction. Thank you for your attention. We are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TSD 2026 — Software Testing Project</dc:title>
  <dc:subject>PptxGenJS Presentation</dc:subject>
  <dc:creator>Created by Marp</dc:creator>
  <cp:lastModifiedBy>Created by Marp</cp:lastModifiedBy>
  <cp:revision>1</cp:revision>
  <dcterms:created xsi:type="dcterms:W3CDTF">2026-07-09T09:03:48Z</dcterms:created>
  <dcterms:modified xsi:type="dcterms:W3CDTF">2026-07-09T09:03:48Z</dcterms:modified>
</cp:coreProperties>
</file>